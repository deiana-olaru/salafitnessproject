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C72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Sistem Informatic pentru Sala Fitness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DCDCDC"/>
                </a:solidFill>
              </a:rPr>
              <a:t>Proiect realizat de:
Olaru Elena-Deiana
Zugravu Cristina-Vasilica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Descrierea Proiectului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Aplicația reprezintă un sistem informatic pentru gestionarea unei săli de fitness.</a:t>
            </a:r>
          </a:p>
          <a:p>
            <a:pPr>
              <a:defRPr sz="1800"/>
            </a:pPr>
            <a:r>
              <a:t>Proiectul permite administrarea membrilor, antrenorilor, claselor fitness, abonamentelor și plăților.</a:t>
            </a:r>
          </a:p>
          <a:p>
            <a:pPr>
              <a:defRPr sz="1800"/>
            </a:pPr>
            <a:r>
              <a:t>Sistemul este realizat folosind arhitectura client-server.</a:t>
            </a:r>
          </a:p>
          <a:p>
            <a:pPr>
              <a:defRPr sz="1800"/>
            </a:pPr>
            <a:r>
              <a:t>Frontend-ul comunică cu backend-ul prin API-uri 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Tehnologii Utilizate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Java și Spring Boot pentru backend.</a:t>
            </a:r>
          </a:p>
          <a:p>
            <a:pPr>
              <a:defRPr sz="1800"/>
            </a:pPr>
            <a:r>
              <a:t>PostgreSQL pentru baza de date relațională.</a:t>
            </a:r>
          </a:p>
          <a:p>
            <a:pPr>
              <a:defRPr sz="1800"/>
            </a:pPr>
            <a:r>
              <a:t>HTML, CSS și JavaScript pentru interfața web.</a:t>
            </a:r>
          </a:p>
          <a:p>
            <a:pPr>
              <a:defRPr sz="1800"/>
            </a:pPr>
            <a:r>
              <a:t>Git și GitHub pentru versionare și salvarea proiectului.</a:t>
            </a:r>
          </a:p>
          <a:p>
            <a:pPr>
              <a:defRPr sz="1800"/>
            </a:pPr>
            <a:r>
              <a:t>Maven pentru gestionarea dependențelor.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Structura Bazei de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Tabela Members – gestionează informațiile despre membrii sălii.</a:t>
            </a:r>
          </a:p>
          <a:p>
            <a:pPr>
              <a:defRPr sz="1800"/>
            </a:pPr>
            <a:r>
              <a:t>Tabela Trainers – stochează date despre antrenori.</a:t>
            </a:r>
          </a:p>
          <a:p>
            <a:pPr>
              <a:defRPr sz="1800"/>
            </a:pPr>
            <a:r>
              <a:t>Tabela FitnessClasses – conține clasele și programul acestora.</a:t>
            </a:r>
          </a:p>
          <a:p>
            <a:pPr>
              <a:defRPr sz="1800"/>
            </a:pPr>
            <a:r>
              <a:t>Tabela Memberships – gestionează abonamentele membrilor.</a:t>
            </a:r>
          </a:p>
          <a:p>
            <a:pPr>
              <a:defRPr sz="1800"/>
            </a:pPr>
            <a:r>
              <a:t>Tabela Payments – păstrează evidența plăților efectuate.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Funcționalități Principale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Afișarea tuturor membrilor din baza de date.</a:t>
            </a:r>
          </a:p>
          <a:p>
            <a:pPr>
              <a:defRPr sz="1800"/>
            </a:pPr>
            <a:r>
              <a:t>Afișarea antrenorilor și specializărilor acestora.</a:t>
            </a:r>
          </a:p>
          <a:p>
            <a:pPr>
              <a:defRPr sz="1800"/>
            </a:pPr>
            <a:r>
              <a:t>Vizualizarea claselor fitness disponibile.</a:t>
            </a:r>
          </a:p>
          <a:p>
            <a:pPr>
              <a:defRPr sz="1800"/>
            </a:pPr>
            <a:r>
              <a:t>Gestionarea abonamentelor și a perioadelor de valabilitate.</a:t>
            </a:r>
          </a:p>
          <a:p>
            <a:pPr>
              <a:defRPr sz="1800"/>
            </a:pPr>
            <a:r>
              <a:t>Vizualizarea plăților efectuate de membri.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Backend Spring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Backend-ul este organizat pe pachete: controller, service, repository și model.</a:t>
            </a:r>
          </a:p>
          <a:p>
            <a:pPr>
              <a:defRPr sz="1800"/>
            </a:pPr>
            <a:r>
              <a:t>Controller-ele expun endpoint-uri REST.</a:t>
            </a:r>
          </a:p>
          <a:p>
            <a:pPr>
              <a:defRPr sz="1800"/>
            </a:pPr>
            <a:r>
              <a:t>Service-urile conțin logica aplicației.</a:t>
            </a:r>
          </a:p>
          <a:p>
            <a:pPr>
              <a:defRPr sz="1800"/>
            </a:pPr>
            <a:r>
              <a:t>Repository-urile realizează comunicarea cu baza de date prin JPA.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Interfața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Interfața a fost realizată într-un mod simplu și intuitiv.</a:t>
            </a:r>
          </a:p>
          <a:p>
            <a:pPr>
              <a:defRPr sz="1800"/>
            </a:pPr>
            <a:r>
              <a:t>Datele sunt încărcate dinamic folosind JavaScript și fetch().</a:t>
            </a:r>
          </a:p>
          <a:p>
            <a:pPr>
              <a:defRPr sz="1800"/>
            </a:pPr>
            <a:r>
              <a:t>Fiecare secțiune afișează informații din baza de date.</a:t>
            </a:r>
          </a:p>
          <a:p>
            <a:pPr>
              <a:defRPr sz="1800"/>
            </a:pPr>
            <a:r>
              <a:t>Design-ul este realizat folosind CSS.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GitHub și Versionare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Proiectul a fost urcat pe GitHub.</a:t>
            </a:r>
          </a:p>
          <a:p>
            <a:pPr>
              <a:defRPr sz="1800"/>
            </a:pPr>
            <a:r>
              <a:t>GitHub permite salvarea și versionarea codului sursă.</a:t>
            </a:r>
          </a:p>
          <a:p>
            <a:pPr>
              <a:defRPr sz="1800"/>
            </a:pPr>
            <a:r>
              <a:t>Proiectul poate fi accesat și descărcat online.</a:t>
            </a:r>
          </a:p>
          <a:p>
            <a:pPr>
              <a:defRPr sz="1800"/>
            </a:pPr>
            <a:r>
              <a:t>Versionarea ajută la păstrarea istoricului modificărilor.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C72"/>
          </a:solidFill>
          <a:ln>
            <a:solidFill>
              <a:srgbClr val="1E3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Concluzie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Proiectul demonstrează dezvoltarea unei aplicații full-stack complete.</a:t>
            </a:r>
          </a:p>
          <a:p>
            <a:pPr>
              <a:defRPr sz="1800"/>
            </a:pPr>
            <a:r>
              <a:t>Au fost utilizate tehnologii moderne pentru backend, frontend și baze de date.</a:t>
            </a:r>
          </a:p>
          <a:p>
            <a:pPr>
              <a:defRPr sz="1800"/>
            </a:pPr>
            <a:r>
              <a:t>Sistemul poate fi extins cu funcționalități suplimentare pe viitor.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
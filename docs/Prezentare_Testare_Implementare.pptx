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Sistem Informatic pentru Sala Fitness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Testarea Implementării</a:t>
            </a:r>
            <a:br/>
            <a:br/>
            <a:r>
              <a:t>Olaru Elena-Deiana</a:t>
            </a:r>
            <a:br/>
            <a:r>
              <a:t>Zugravu Cristina-Vasilica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Scopul proiectului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Gestionarea unei săli de fitness printr-o aplicație software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Administrarea membrilor și antrenorilor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Gestionarea claselor fitness și a abonamentelor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Gestionarea plăților și conectarea la baza de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Tehnologii utilizate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Java și Spring Boot pentru backend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Spring Data JPA pentru operații CRUD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PostgreSQL pentru baza de date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HTML, CSS și JavaScript pentru interfață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GitHub pentru versionare și stocarea proiectului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Structura aplicației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Model - entitățile aplicației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Repository - acces la baza de date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Service - logica aplicației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Controller - API REST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Interfață web pentru afișarea datelor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Funcționalități implementate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Afișarea membrilor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Afișarea antrenorilor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Afișarea claselor fitness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Afișarea abonamentelor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Afișarea plăților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Implementări noi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Crearea testelor automate pentru aplicație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Verificarea funcționalităților principale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Testarea serviciilor și operațiilor CRUD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Integrarea proiectului cu GitHub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Exportarea bazei de date în format 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Teste automate realizate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MemberServiceTest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TrainerServiceTest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FitnessClassServiceTest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MembershipServiceTest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PaymentServiceTest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Total: peste 15 teste automate realizate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Rezultatele testării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Toate testele au rulat cu succes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Aplicația funcționează corect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Conectarea la PostgreSQL este funcțională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Interfața afișează corect informațiile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Proiectul respectă cerințele temei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155680" cy="822960"/>
          </a:xfrm>
          <a:prstGeom prst="roundRect">
            <a:avLst/>
          </a:prstGeom>
          <a:solidFill>
            <a:srgbClr val="345995"/>
          </a:solidFill>
          <a:ln>
            <a:solidFill>
              <a:srgbClr val="345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Concluzii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Proiect realizat folosind arhitectură pe layere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Testele automate verifică funcționalitățile aplicației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Aplicația este publicată pe GitHub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Sistemul poate fi extins cu funcționalități noi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